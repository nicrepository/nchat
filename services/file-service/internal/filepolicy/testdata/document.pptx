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Main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Slide"/>
  </p:sldIdLst>
  <p:sldSz cx="9144000" cy="6858000"/>
  <p:notesSz cx="6858000" cy="9144000"/>
</p:presentation>
</file>

<file path=ppt/_rels/presentation.xml.rels><Relationships xmlns="http://schemas.openxmlformats.org/package/2006/relationships"><Relationship Id="rSlide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Synthetic"/>
          <p:cNvSpPr txBox="1"/>
          <p:nvPr/>
        </p:nvSpPr>
        <p:spPr/>
        <p:txBody>
          <a:bodyPr/>
          <a:lstStyle/>
          <a:p>
            <a:r>
              <a:t>Synthetic costs</a:t>
            </a:r>
          </a:p>
        </p:txBody>
      </p:sp>
    </p:spTree>
  </p:cSld>
  <p:clrMapOvr>
    <a:masterClrMapping/>
  </p:clrMapOvr>
</p:sld>
</file>